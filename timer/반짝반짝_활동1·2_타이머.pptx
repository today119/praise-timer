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3D3550"/>
                </a:solidFill>
                <a:latin typeface="BM JUA_OTF"/>
              </a:rPr>
              <a:t>활동 1. 내가 나라서 좋아!</a:t>
            </a:r>
          </a:p>
        </p:txBody>
      </p:sp>
      <p:pic>
        <p:nvPicPr>
          <p:cNvPr id="3" name="Picture 2" descr="work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80160"/>
            <a:ext cx="4128072" cy="5029200"/>
          </a:xfrm>
          <a:prstGeom prst="rect">
            <a:avLst/>
          </a:prstGeom>
        </p:spPr>
      </p:pic>
      <p:pic>
        <p:nvPicPr>
          <p:cNvPr id="4" name="거울타이머_8분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40880" y="1280160"/>
            <a:ext cx="45262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635508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A83A0"/>
                </a:solidFill>
                <a:latin typeface="BM JUA_OTF"/>
              </a:rPr>
              <a:t>거울 칸에 나의 장점과 그 까닭을 써요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0722A"/>
                </a:solidFill>
                <a:latin typeface="BM JUA_OTF"/>
              </a:rPr>
              <a:t>활동 2. 당근! 장점 마켓</a:t>
            </a:r>
          </a:p>
        </p:txBody>
      </p:sp>
      <p:pic>
        <p:nvPicPr>
          <p:cNvPr id="3" name="Picture 2" descr="mar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19"/>
            <a:ext cx="6629400" cy="3730142"/>
          </a:xfrm>
          <a:prstGeom prst="rect">
            <a:avLst/>
          </a:prstGeom>
        </p:spPr>
      </p:pic>
      <p:pic>
        <p:nvPicPr>
          <p:cNvPr id="4" name="당근장점마켓_10라운드_전체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452360" y="1234440"/>
            <a:ext cx="45262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630936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A83A0"/>
                </a:solidFill>
                <a:latin typeface="BM JUA_OTF"/>
              </a:rPr>
              <a:t>「당근왔숑!」 소리가 나면 다음 친구를 만나요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