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3D3550"/>
                </a:solidFill>
                <a:latin typeface="BM JUA_OTF"/>
              </a:rPr>
              <a:t>활동 1. 내가 나라서 좋아!</a:t>
            </a:r>
          </a:p>
        </p:txBody>
      </p:sp>
      <p:pic>
        <p:nvPicPr>
          <p:cNvPr id="3" name="Picture 2" descr="work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34440"/>
            <a:ext cx="4165600" cy="5074920"/>
          </a:xfrm>
          <a:prstGeom prst="rect">
            <a:avLst/>
          </a:prstGeom>
        </p:spPr>
      </p:pic>
      <p:pic>
        <p:nvPicPr>
          <p:cNvPr id="4" name="타이머_8분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78040" y="141732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57150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3A0"/>
                </a:solidFill>
                <a:latin typeface="BM JUA_OTF"/>
              </a:rPr>
              <a:t>거울 칸에 나의 장점과 그 까닭을 써요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